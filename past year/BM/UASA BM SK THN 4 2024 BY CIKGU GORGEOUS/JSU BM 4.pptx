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5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483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025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172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1698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477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423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355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845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60031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5404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54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6F6BF-55DD-4700-AA32-7B74C355D984}" type="datetimeFigureOut">
              <a:rPr lang="en-MY" smtClean="0"/>
              <a:t>2/10/2024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B7F11-F4B7-4B13-BEAE-B780409CB9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738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9038" y="1602742"/>
            <a:ext cx="1865219" cy="1592356"/>
            <a:chOff x="837576" y="1549741"/>
            <a:chExt cx="2113915" cy="1804670"/>
          </a:xfrm>
        </p:grpSpPr>
        <p:sp>
          <p:nvSpPr>
            <p:cNvPr id="3" name="object 3"/>
            <p:cNvSpPr/>
            <p:nvPr/>
          </p:nvSpPr>
          <p:spPr>
            <a:xfrm>
              <a:off x="840409" y="1552575"/>
              <a:ext cx="2108200" cy="1798955"/>
            </a:xfrm>
            <a:custGeom>
              <a:avLst/>
              <a:gdLst/>
              <a:ahLst/>
              <a:cxnLst/>
              <a:rect l="l" t="t" r="r" b="b"/>
              <a:pathLst>
                <a:path w="2108200" h="1798954">
                  <a:moveTo>
                    <a:pt x="5359" y="0"/>
                  </a:moveTo>
                  <a:lnTo>
                    <a:pt x="0" y="0"/>
                  </a:lnTo>
                  <a:lnTo>
                    <a:pt x="0" y="5842"/>
                  </a:lnTo>
                  <a:lnTo>
                    <a:pt x="2102307" y="1798574"/>
                  </a:lnTo>
                  <a:lnTo>
                    <a:pt x="2107641" y="1798574"/>
                  </a:lnTo>
                  <a:lnTo>
                    <a:pt x="2107641" y="1792604"/>
                  </a:lnTo>
                  <a:lnTo>
                    <a:pt x="5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840409" y="1552575"/>
              <a:ext cx="2108200" cy="1798955"/>
            </a:xfrm>
            <a:custGeom>
              <a:avLst/>
              <a:gdLst/>
              <a:ahLst/>
              <a:cxnLst/>
              <a:rect l="l" t="t" r="r" b="b"/>
              <a:pathLst>
                <a:path w="2108200" h="1798954">
                  <a:moveTo>
                    <a:pt x="0" y="0"/>
                  </a:moveTo>
                  <a:lnTo>
                    <a:pt x="5359" y="0"/>
                  </a:lnTo>
                  <a:lnTo>
                    <a:pt x="2107641" y="1792604"/>
                  </a:lnTo>
                  <a:lnTo>
                    <a:pt x="2107641" y="1798574"/>
                  </a:lnTo>
                  <a:lnTo>
                    <a:pt x="2102307" y="1798574"/>
                  </a:lnTo>
                  <a:lnTo>
                    <a:pt x="0" y="5842"/>
                  </a:lnTo>
                  <a:lnTo>
                    <a:pt x="0" y="0"/>
                  </a:lnTo>
                  <a:close/>
                </a:path>
              </a:pathLst>
            </a:custGeom>
            <a:ln w="56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0374" y="8132402"/>
            <a:ext cx="5673538" cy="1742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55508">
              <a:spcBef>
                <a:spcPts val="300"/>
              </a:spcBef>
            </a:pP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PEMBINA</a:t>
            </a:r>
            <a:r>
              <a:rPr sz="882" b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ITEM</a:t>
            </a:r>
            <a:r>
              <a:rPr sz="882" b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DIGALAKKAN</a:t>
            </a:r>
            <a:r>
              <a:rPr sz="882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MENULIS</a:t>
            </a:r>
            <a:r>
              <a:rPr sz="882" b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NOMBOR</a:t>
            </a:r>
            <a:r>
              <a:rPr sz="882" b="1" spc="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SOALAN</a:t>
            </a:r>
            <a:r>
              <a:rPr sz="882" b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dirty="0">
                <a:solidFill>
                  <a:srgbClr val="FF0000"/>
                </a:solidFill>
                <a:latin typeface="Arial"/>
                <a:cs typeface="Arial"/>
              </a:rPr>
              <a:t>DALAM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JSU</a:t>
            </a:r>
            <a:r>
              <a:rPr sz="882" b="1" spc="1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YANG</a:t>
            </a:r>
            <a:r>
              <a:rPr sz="882" b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TELAH</a:t>
            </a:r>
            <a:r>
              <a:rPr sz="882" b="1" spc="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882" b="1" spc="-4" dirty="0">
                <a:solidFill>
                  <a:srgbClr val="FF0000"/>
                </a:solidFill>
                <a:latin typeface="Arial"/>
                <a:cs typeface="Arial"/>
              </a:rPr>
              <a:t>DITANDA</a:t>
            </a:r>
            <a:endParaRPr sz="882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2776" y="1199253"/>
            <a:ext cx="4793876" cy="2934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1" algn="ctr">
              <a:lnSpc>
                <a:spcPts val="1138"/>
              </a:lnSpc>
              <a:spcBef>
                <a:spcPts val="88"/>
              </a:spcBef>
            </a:pPr>
            <a:r>
              <a:rPr sz="971" b="1" dirty="0">
                <a:latin typeface="Arial"/>
                <a:cs typeface="Arial"/>
              </a:rPr>
              <a:t>JADUAL</a:t>
            </a:r>
            <a:r>
              <a:rPr sz="971" b="1" spc="-18" dirty="0">
                <a:latin typeface="Arial"/>
                <a:cs typeface="Arial"/>
              </a:rPr>
              <a:t> </a:t>
            </a:r>
            <a:r>
              <a:rPr sz="971" b="1" spc="-4" dirty="0">
                <a:latin typeface="Arial"/>
                <a:cs typeface="Arial"/>
              </a:rPr>
              <a:t>SPESIFIKASI</a:t>
            </a:r>
            <a:r>
              <a:rPr sz="971" b="1" spc="-22" dirty="0">
                <a:latin typeface="Arial"/>
                <a:cs typeface="Arial"/>
              </a:rPr>
              <a:t> </a:t>
            </a:r>
            <a:r>
              <a:rPr sz="971" b="1" dirty="0">
                <a:latin typeface="Arial"/>
                <a:cs typeface="Arial"/>
              </a:rPr>
              <a:t>UJIAN</a:t>
            </a:r>
            <a:r>
              <a:rPr sz="971" b="1" spc="-18" dirty="0">
                <a:latin typeface="Arial"/>
                <a:cs typeface="Arial"/>
              </a:rPr>
              <a:t> </a:t>
            </a:r>
            <a:r>
              <a:rPr sz="971" b="1" spc="-4" dirty="0">
                <a:latin typeface="Arial"/>
                <a:cs typeface="Arial"/>
              </a:rPr>
              <a:t>(JSU)</a:t>
            </a:r>
            <a:endParaRPr sz="971">
              <a:latin typeface="Arial"/>
              <a:cs typeface="Arial"/>
            </a:endParaRPr>
          </a:p>
          <a:p>
            <a:pPr algn="ctr">
              <a:lnSpc>
                <a:spcPts val="1138"/>
              </a:lnSpc>
            </a:pPr>
            <a:r>
              <a:rPr sz="971" b="1" spc="-4" dirty="0">
                <a:latin typeface="Arial"/>
                <a:cs typeface="Arial"/>
              </a:rPr>
              <a:t>BAHASA</a:t>
            </a:r>
            <a:r>
              <a:rPr sz="971" b="1" spc="9" dirty="0">
                <a:latin typeface="Arial"/>
                <a:cs typeface="Arial"/>
              </a:rPr>
              <a:t> </a:t>
            </a:r>
            <a:r>
              <a:rPr sz="971" b="1" spc="-4" dirty="0">
                <a:latin typeface="Arial"/>
                <a:cs typeface="Arial"/>
              </a:rPr>
              <a:t>MELAYU</a:t>
            </a:r>
            <a:r>
              <a:rPr sz="971" b="1" spc="9" dirty="0">
                <a:latin typeface="Arial"/>
                <a:cs typeface="Arial"/>
              </a:rPr>
              <a:t> </a:t>
            </a:r>
            <a:r>
              <a:rPr sz="971" b="1" spc="-4" dirty="0">
                <a:latin typeface="Arial"/>
                <a:cs typeface="Arial"/>
              </a:rPr>
              <a:t>UJIAN AKHIR</a:t>
            </a:r>
            <a:r>
              <a:rPr sz="971" b="1" spc="9" dirty="0">
                <a:latin typeface="Arial"/>
                <a:cs typeface="Arial"/>
              </a:rPr>
              <a:t> </a:t>
            </a:r>
            <a:r>
              <a:rPr sz="971" b="1" spc="-4" dirty="0">
                <a:latin typeface="Arial"/>
                <a:cs typeface="Arial"/>
              </a:rPr>
              <a:t>SESI AKADEMIK</a:t>
            </a:r>
            <a:r>
              <a:rPr sz="971" b="1" spc="13" dirty="0">
                <a:latin typeface="Arial"/>
                <a:cs typeface="Arial"/>
              </a:rPr>
              <a:t> </a:t>
            </a:r>
            <a:r>
              <a:rPr sz="971" b="1" spc="-4" dirty="0">
                <a:latin typeface="Arial"/>
                <a:cs typeface="Arial"/>
              </a:rPr>
              <a:t>SEKOLAH RENDAH (TAHUN</a:t>
            </a:r>
            <a:r>
              <a:rPr sz="971" b="1" spc="9" dirty="0">
                <a:latin typeface="Arial"/>
                <a:cs typeface="Arial"/>
              </a:rPr>
              <a:t> </a:t>
            </a:r>
            <a:r>
              <a:rPr sz="971" b="1" spc="-9" dirty="0">
                <a:latin typeface="Arial"/>
                <a:cs typeface="Arial"/>
              </a:rPr>
              <a:t>4)</a:t>
            </a:r>
            <a:endParaRPr sz="971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28719"/>
              </p:ext>
            </p:extLst>
          </p:nvPr>
        </p:nvGraphicFramePr>
        <p:xfrm>
          <a:off x="726409" y="1592356"/>
          <a:ext cx="5617503" cy="6383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3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0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02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57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30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30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30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9965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800" b="1" spc="-15" dirty="0">
                          <a:latin typeface="Arial"/>
                          <a:cs typeface="Arial"/>
                        </a:rPr>
                        <a:t>KONSTRUK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</a:pPr>
                      <a:r>
                        <a:rPr sz="800" b="1" spc="-65" dirty="0">
                          <a:latin typeface="Arial"/>
                          <a:cs typeface="Arial"/>
                        </a:rPr>
                        <a:t>KONTEKS/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TAJUK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3980" marR="57150" indent="30480">
                        <a:lnSpc>
                          <a:spcPct val="114100"/>
                        </a:lnSpc>
                        <a:spcBef>
                          <a:spcPts val="495"/>
                        </a:spcBef>
                      </a:pPr>
                      <a:r>
                        <a:rPr sz="700" b="1" spc="-4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ENG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UA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00" b="1" spc="-5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BA</a:t>
                      </a:r>
                      <a:r>
                        <a:rPr sz="700" b="1" spc="-5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55469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8900" marR="103505" indent="0" algn="ctr">
                        <a:lnSpc>
                          <a:spcPts val="1140"/>
                        </a:lnSpc>
                        <a:spcBef>
                          <a:spcPts val="25"/>
                        </a:spcBef>
                      </a:pPr>
                      <a:r>
                        <a:rPr sz="700" b="1" spc="-15" dirty="0">
                          <a:latin typeface="Arial"/>
                          <a:cs typeface="Arial"/>
                        </a:rPr>
                        <a:t>KEMAHIRAN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5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55" dirty="0">
                          <a:latin typeface="Arial"/>
                          <a:cs typeface="Arial"/>
                        </a:rPr>
                        <a:t>BAC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55" dirty="0">
                          <a:latin typeface="Arial"/>
                          <a:cs typeface="Arial"/>
                        </a:rPr>
                        <a:t>DAN</a:t>
                      </a:r>
                      <a:r>
                        <a:rPr lang="en-MY" sz="700" b="0" spc="0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MEMAHAMI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2801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8900" marR="57150" indent="-1588" algn="ctr">
                        <a:lnSpc>
                          <a:spcPct val="114100"/>
                        </a:lnSpc>
                        <a:spcBef>
                          <a:spcPts val="495"/>
                        </a:spcBef>
                      </a:pPr>
                      <a:r>
                        <a:rPr sz="700" b="1" spc="-65" dirty="0">
                          <a:latin typeface="Arial"/>
                          <a:cs typeface="Arial"/>
                        </a:rPr>
                        <a:t>KEMAH</a:t>
                      </a:r>
                      <a:r>
                        <a:rPr sz="700" b="1" spc="-6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00" b="1" spc="-65" dirty="0">
                          <a:latin typeface="Arial"/>
                          <a:cs typeface="Arial"/>
                        </a:rPr>
                        <a:t>RA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MENULIS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55469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8900" marR="149860" indent="0" algn="ctr">
                        <a:lnSpc>
                          <a:spcPts val="980"/>
                        </a:lnSpc>
                        <a:spcBef>
                          <a:spcPts val="55"/>
                        </a:spcBef>
                      </a:pPr>
                      <a:r>
                        <a:rPr lang="en-MY" sz="700" b="1" dirty="0">
                          <a:latin typeface="Arial"/>
                          <a:cs typeface="Arial"/>
                        </a:rPr>
                        <a:t>ASAS</a:t>
                      </a:r>
                      <a:r>
                        <a:rPr lang="en-MY" sz="700" b="1" baseline="0" dirty="0">
                          <a:latin typeface="Arial"/>
                          <a:cs typeface="Arial"/>
                        </a:rPr>
                        <a:t> KESUKARAN</a:t>
                      </a:r>
                      <a:endParaRPr sz="700" b="1" dirty="0">
                        <a:latin typeface="Arial"/>
                        <a:cs typeface="Arial"/>
                      </a:endParaRPr>
                    </a:p>
                  </a:txBody>
                  <a:tcPr marL="0" marR="0" marT="616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0480" algn="ctr">
                        <a:lnSpc>
                          <a:spcPct val="100000"/>
                        </a:lnSpc>
                      </a:pPr>
                      <a:r>
                        <a:rPr sz="800" b="1" spc="-15" dirty="0">
                          <a:latin typeface="Arial"/>
                          <a:cs typeface="Arial"/>
                        </a:rPr>
                        <a:t>JUMLAH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1159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59105">
                        <a:lnSpc>
                          <a:spcPct val="100000"/>
                        </a:lnSpc>
                      </a:pPr>
                      <a:r>
                        <a:rPr sz="700" spc="20" dirty="0">
                          <a:latin typeface="Arial MT"/>
                          <a:cs typeface="Arial MT"/>
                        </a:rPr>
                        <a:t>Morfologi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801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72440">
                        <a:lnSpc>
                          <a:spcPct val="100000"/>
                        </a:lnSpc>
                      </a:pPr>
                      <a:r>
                        <a:rPr sz="700" spc="20" dirty="0">
                          <a:latin typeface="Arial MT"/>
                          <a:cs typeface="Arial MT"/>
                        </a:rPr>
                        <a:t>Sintaksis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801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711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40" dirty="0">
                          <a:latin typeface="Arial MT"/>
                          <a:cs typeface="Arial MT"/>
                        </a:rPr>
                        <a:t>Penjodoh</a:t>
                      </a:r>
                      <a:r>
                        <a:rPr sz="70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25" dirty="0">
                          <a:latin typeface="Arial MT"/>
                          <a:cs typeface="Arial MT"/>
                        </a:rPr>
                        <a:t>Bilangan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801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aha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ak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801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700" spc="35" dirty="0">
                          <a:latin typeface="Arial MT"/>
                          <a:cs typeface="Arial MT"/>
                        </a:rPr>
                        <a:t>Mengaplikasi</a:t>
                      </a:r>
                      <a:r>
                        <a:rPr sz="7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maklumat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801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25" dirty="0">
                          <a:latin typeface="Arial MT"/>
                          <a:cs typeface="Arial MT"/>
                        </a:rPr>
                        <a:t>Menganalisis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maklumat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922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540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30" dirty="0">
                          <a:latin typeface="Arial MT"/>
                          <a:cs typeface="Arial MT"/>
                        </a:rPr>
                        <a:t>Perenggan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922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76884">
                        <a:lnSpc>
                          <a:spcPct val="100000"/>
                        </a:lnSpc>
                      </a:pPr>
                      <a:r>
                        <a:rPr sz="700" spc="30" dirty="0">
                          <a:latin typeface="Arial MT"/>
                          <a:cs typeface="Arial MT"/>
                        </a:rPr>
                        <a:t>Karangan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163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23545">
                        <a:lnSpc>
                          <a:spcPct val="100000"/>
                        </a:lnSpc>
                      </a:pPr>
                      <a:r>
                        <a:rPr sz="700" spc="45" dirty="0">
                          <a:latin typeface="Arial MT"/>
                          <a:cs typeface="Arial MT"/>
                        </a:rPr>
                        <a:t>Rendah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(R)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3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70205">
                        <a:lnSpc>
                          <a:spcPct val="100000"/>
                        </a:lnSpc>
                      </a:pPr>
                      <a:r>
                        <a:rPr sz="700" spc="40" dirty="0">
                          <a:latin typeface="Arial MT"/>
                          <a:cs typeface="Arial MT"/>
                        </a:rPr>
                        <a:t>Sederhana</a:t>
                      </a:r>
                      <a:r>
                        <a:rPr sz="7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(S)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3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59105">
                        <a:lnSpc>
                          <a:spcPct val="100000"/>
                        </a:lnSpc>
                      </a:pPr>
                      <a:r>
                        <a:rPr sz="700" spc="35" dirty="0">
                          <a:latin typeface="Arial MT"/>
                          <a:cs typeface="Arial MT"/>
                        </a:rPr>
                        <a:t>Tinggi</a:t>
                      </a:r>
                      <a:r>
                        <a:rPr sz="700" spc="15" dirty="0">
                          <a:latin typeface="Arial MT"/>
                          <a:cs typeface="Arial MT"/>
                        </a:rPr>
                        <a:t> (T)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3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29">
                <a:tc gridSpan="2">
                  <a:txBody>
                    <a:bodyPr/>
                    <a:lstStyle/>
                    <a:p>
                      <a:pPr marL="20955">
                        <a:lnSpc>
                          <a:spcPts val="700"/>
                        </a:lnSpc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7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BA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299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7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i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64">
                <a:tc gridSpan="2">
                  <a:txBody>
                    <a:bodyPr/>
                    <a:lstStyle/>
                    <a:p>
                      <a:pPr marL="20955">
                        <a:lnSpc>
                          <a:spcPts val="750"/>
                        </a:lnSpc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299">
                <a:tc gridSpan="2"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163">
                <a:tc gridSpan="2">
                  <a:txBody>
                    <a:bodyPr/>
                    <a:lstStyle/>
                    <a:p>
                      <a:pPr marL="20955">
                        <a:lnSpc>
                          <a:spcPts val="750"/>
                        </a:lnSpc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j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odo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7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Bil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ang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0" indent="0" algn="ctr" defTabSz="914400" eaLnBrk="1" fontAlgn="auto" latinLnBrk="0" hangingPunct="1">
                        <a:lnSpc>
                          <a:spcPts val="7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(8)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740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740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rj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299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j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ti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8110" algn="l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1)</a:t>
                      </a:r>
                      <a:endParaRPr sz="600" dirty="0">
                        <a:solidFill>
                          <a:srgbClr val="FF000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299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uga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1811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(2)</a:t>
                      </a: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3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 marL="5715">
                        <a:lnSpc>
                          <a:spcPts val="855"/>
                        </a:lnSpc>
                        <a:spcBef>
                          <a:spcPts val="1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ri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buha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299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8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j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k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576">
                <a:tc gridSpan="2">
                  <a:txBody>
                    <a:bodyPr/>
                    <a:lstStyle/>
                    <a:p>
                      <a:pPr marL="5715">
                        <a:lnSpc>
                          <a:spcPts val="855"/>
                        </a:lnSpc>
                        <a:spcBef>
                          <a:spcPts val="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9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4300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3712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(3)</a:t>
                      </a:r>
                    </a:p>
                  </a:txBody>
                  <a:tcPr marL="0" marR="0" marT="1120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1120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1120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9144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 marL="5715">
                        <a:lnSpc>
                          <a:spcPts val="855"/>
                        </a:lnSpc>
                        <a:spcBef>
                          <a:spcPts val="15"/>
                        </a:spcBef>
                      </a:pPr>
                      <a:r>
                        <a:rPr sz="700" spc="-3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una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Bi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spc="-3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una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So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ng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43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0266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15"/>
                        </a:spcBef>
                      </a:pP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PEM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AH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07576">
                <a:tc gridSpan="2">
                  <a:txBody>
                    <a:bodyPr/>
                    <a:lstStyle/>
                    <a:p>
                      <a:pPr marL="5715">
                        <a:lnSpc>
                          <a:spcPts val="855"/>
                        </a:lnSpc>
                        <a:spcBef>
                          <a:spcPts val="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P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014" indent="0" algn="r" defTabSz="914400" eaLnBrk="1" fontAlgn="auto" latinLnBrk="0" hangingPunct="1">
                        <a:lnSpc>
                          <a:spcPts val="8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(4)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indent="0" algn="ctr" defTabSz="914400" eaLnBrk="1" fontAlgn="auto" latinLnBrk="0" hangingPunct="1">
                        <a:lnSpc>
                          <a:spcPts val="8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(5)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118110" indent="0" algn="r" defTabSz="914400" eaLnBrk="1" fontAlgn="auto" latinLnBrk="0" hangingPunct="1">
                        <a:lnSpc>
                          <a:spcPts val="8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(6)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10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10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10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83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0266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15"/>
                        </a:spcBef>
                      </a:pPr>
                      <a:r>
                        <a:rPr sz="700" spc="-3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lb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ah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(M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lti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8CC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014" indent="0" algn="r" defTabSz="914400" eaLnBrk="1" fontAlgn="auto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(7)</a:t>
                      </a:r>
                      <a:endParaRPr sz="6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indent="0" algn="ctr" defTabSz="914400" eaLnBrk="1" fontAlgn="auto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(9)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118110" indent="0" algn="r" defTabSz="914400" eaLnBrk="1" fontAlgn="auto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(10)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83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3220">
                <a:tc gridSpan="2">
                  <a:txBody>
                    <a:bodyPr/>
                    <a:lstStyle/>
                    <a:p>
                      <a:pPr marL="20955" marR="571500">
                        <a:lnSpc>
                          <a:spcPts val="860"/>
                        </a:lnSpc>
                        <a:spcBef>
                          <a:spcPts val="170"/>
                        </a:spcBef>
                      </a:pPr>
                      <a:r>
                        <a:rPr sz="700" b="1" spc="-1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. </a:t>
                      </a:r>
                      <a:r>
                        <a:rPr sz="7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AB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HA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EP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7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  </a:t>
                      </a:r>
                      <a:r>
                        <a:rPr sz="700" b="1" spc="-70" dirty="0">
                          <a:latin typeface="Arial"/>
                          <a:cs typeface="Arial"/>
                        </a:rPr>
                        <a:t>PEMAHAMAN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0266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15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18110" indent="0" algn="r" defTabSz="914400" eaLnBrk="1" fontAlgn="auto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(c)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11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(d)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014" indent="0" algn="r" defTabSz="914400" eaLnBrk="1" fontAlgn="auto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(a)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marR="0" indent="0" algn="ctr" defTabSz="914400" eaLnBrk="1" fontAlgn="auto" latinLnBrk="0" hangingPunct="1">
                        <a:lnSpc>
                          <a:spcPts val="8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MY" sz="6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(b)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83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4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7576">
                <a:tc gridSpan="2">
                  <a:txBody>
                    <a:bodyPr/>
                    <a:lstStyle/>
                    <a:p>
                      <a:pPr marL="5715">
                        <a:lnSpc>
                          <a:spcPts val="855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ya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1026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97840">
                        <a:lnSpc>
                          <a:spcPct val="100000"/>
                        </a:lnSpc>
                      </a:pPr>
                      <a:r>
                        <a:rPr sz="700" b="1" spc="-15" dirty="0">
                          <a:latin typeface="Arial"/>
                          <a:cs typeface="Arial"/>
                        </a:rPr>
                        <a:t>ARA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ARA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latin typeface="Arial"/>
                          <a:cs typeface="Arial"/>
                        </a:rPr>
                        <a:t>5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825"/>
                        </a:lnSpc>
                      </a:pPr>
                      <a:r>
                        <a:rPr sz="600" spc="-35" dirty="0">
                          <a:latin typeface="Arial MT"/>
                          <a:cs typeface="Arial MT"/>
                        </a:rPr>
                        <a:t>50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835"/>
                        </a:lnSpc>
                      </a:pPr>
                      <a:r>
                        <a:rPr sz="600" b="1" spc="-35" dirty="0">
                          <a:latin typeface="Arial"/>
                          <a:cs typeface="Arial"/>
                        </a:rPr>
                        <a:t>50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08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83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latin typeface="Arial"/>
                          <a:cs typeface="Arial"/>
                        </a:rPr>
                        <a:t>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810"/>
                        </a:lnSpc>
                      </a:pPr>
                      <a:r>
                        <a:rPr sz="600" spc="-35" dirty="0">
                          <a:latin typeface="Arial MT"/>
                          <a:cs typeface="Arial MT"/>
                        </a:rPr>
                        <a:t>29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600" b="1" spc="-35" dirty="0">
                          <a:latin typeface="Arial"/>
                          <a:cs typeface="Arial"/>
                        </a:rPr>
                        <a:t>50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627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089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82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6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dirty="0">
                          <a:latin typeface="Arial"/>
                          <a:cs typeface="Arial"/>
                        </a:rPr>
                        <a:t>2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810"/>
                        </a:lnSpc>
                      </a:pPr>
                      <a:r>
                        <a:rPr sz="600" spc="-35" dirty="0">
                          <a:latin typeface="Arial MT"/>
                          <a:cs typeface="Arial MT"/>
                        </a:rPr>
                        <a:t>21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08920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b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PENYE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00" b="1" spc="-3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SAIA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ASA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4049">
                <a:tc gridSpan="2"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3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ba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Tind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11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lang="en-MY" sz="600" dirty="0">
                        <a:solidFill>
                          <a:srgbClr val="FF000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176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rowSpan="8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159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00" spc="-1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: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: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(R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end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ah</a:t>
                      </a:r>
                      <a:r>
                        <a:rPr sz="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:</a:t>
                      </a:r>
                      <a:r>
                        <a:rPr sz="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ede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ha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na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46990" marR="10160" indent="4445" algn="ctr">
                        <a:lnSpc>
                          <a:spcPts val="890"/>
                        </a:lnSpc>
                        <a:spcBef>
                          <a:spcPts val="20"/>
                        </a:spcBef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:</a:t>
                      </a:r>
                      <a:r>
                        <a:rPr sz="6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ng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)</a:t>
                      </a:r>
                      <a:r>
                        <a:rPr sz="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600" spc="-2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600" spc="-3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h  r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pon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da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rk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n  k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ia</a:t>
                      </a:r>
                      <a:r>
                        <a:rPr sz="6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pe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sk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o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.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29845" algn="ctr">
                        <a:lnSpc>
                          <a:spcPts val="83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*S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oa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lan</a:t>
                      </a:r>
                      <a:r>
                        <a:rPr sz="6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ib</a:t>
                      </a:r>
                      <a:r>
                        <a:rPr sz="600" spc="1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1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i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103505" marR="61594" algn="ctr">
                        <a:lnSpc>
                          <a:spcPct val="105700"/>
                        </a:lnSpc>
                      </a:pPr>
                      <a:r>
                        <a:rPr sz="600" spc="-2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g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ta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ke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bo</a:t>
                      </a:r>
                      <a:r>
                        <a:rPr sz="600" spc="-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n  </a:t>
                      </a:r>
                      <a:r>
                        <a:rPr sz="600" spc="-15" dirty="0">
                          <a:latin typeface="Arial MT"/>
                          <a:cs typeface="Arial MT"/>
                        </a:rPr>
                        <a:t>calon.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22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8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1176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102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07576">
                <a:tc gridSpan="2">
                  <a:txBody>
                    <a:bodyPr/>
                    <a:lstStyle/>
                    <a:p>
                      <a:pPr marL="5715">
                        <a:lnSpc>
                          <a:spcPts val="855"/>
                        </a:lnSpc>
                        <a:spcBef>
                          <a:spcPts val="5"/>
                        </a:spcBef>
                      </a:pPr>
                      <a:r>
                        <a:rPr sz="700" b="1" spc="-2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PENU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ISA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7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PEREN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GG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4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10265">
                <a:tc gridSpan="2">
                  <a:txBody>
                    <a:bodyPr/>
                    <a:lstStyle/>
                    <a:p>
                      <a:pPr marL="20955">
                        <a:lnSpc>
                          <a:spcPts val="835"/>
                        </a:lnSpc>
                      </a:pPr>
                      <a:r>
                        <a:rPr sz="700" spc="-3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u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li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iti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da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7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ea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ti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4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835"/>
                        </a:lnSpc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08920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b="1" spc="-1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7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PE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KAR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15" dirty="0">
                          <a:latin typeface="Arial"/>
                          <a:cs typeface="Arial"/>
                        </a:rPr>
                        <a:t>NGA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BE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agin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BE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810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endParaRPr sz="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600" b="1" dirty="0">
                          <a:latin typeface="Arial"/>
                          <a:cs typeface="Arial"/>
                        </a:rPr>
                        <a:t>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627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205070">
                <a:tc gridSpan="2">
                  <a:txBody>
                    <a:bodyPr/>
                    <a:lstStyle/>
                    <a:p>
                      <a:pPr marL="57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spc="-5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.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D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e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k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rip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f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BE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D7D7D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08921">
                <a:tc gridSpan="2">
                  <a:txBody>
                    <a:bodyPr/>
                    <a:lstStyle/>
                    <a:p>
                      <a:pPr marL="65976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700" b="1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7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MA</a:t>
                      </a:r>
                      <a:r>
                        <a:rPr sz="700" b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KA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H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835"/>
                        </a:lnSpc>
                      </a:pPr>
                      <a:r>
                        <a:rPr sz="600" b="1" spc="-35" dirty="0">
                          <a:latin typeface="Arial"/>
                          <a:cs typeface="Arial"/>
                        </a:rPr>
                        <a:t>50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79294">
                <a:tc gridSpan="2">
                  <a:txBody>
                    <a:bodyPr/>
                    <a:lstStyle/>
                    <a:p>
                      <a:pPr marL="615315">
                        <a:lnSpc>
                          <a:spcPts val="865"/>
                        </a:lnSpc>
                        <a:spcBef>
                          <a:spcPts val="5"/>
                        </a:spcBef>
                      </a:pPr>
                      <a:r>
                        <a:rPr sz="700" b="1" spc="-25" dirty="0">
                          <a:latin typeface="Arial"/>
                          <a:cs typeface="Arial"/>
                        </a:rPr>
                        <a:t>PERUN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UKA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7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-3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b="1" spc="-2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b="1" spc="-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700" b="1" dirty="0">
                          <a:latin typeface="Arial"/>
                          <a:cs typeface="Arial"/>
                        </a:rPr>
                        <a:t>A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ts val="825"/>
                        </a:lnSpc>
                      </a:pPr>
                      <a:r>
                        <a:rPr sz="6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6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j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6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600" spc="-10" dirty="0">
                          <a:latin typeface="Arial MT"/>
                          <a:cs typeface="Arial MT"/>
                        </a:rPr>
                        <a:t>m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600" spc="-20" dirty="0">
                          <a:latin typeface="Arial MT"/>
                          <a:cs typeface="Arial MT"/>
                        </a:rPr>
                        <a:t>n</a:t>
                      </a:r>
                      <a:r>
                        <a:rPr sz="600" spc="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600" dirty="0">
                          <a:latin typeface="Arial MT"/>
                          <a:cs typeface="Arial MT"/>
                        </a:rPr>
                        <a:t>t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461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320</Words>
  <Application>Microsoft Office PowerPoint</Application>
  <PresentationFormat>A4 Paper (210x297 mm)</PresentationFormat>
  <Paragraphs>132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MT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Wani 0</dc:creator>
  <cp:lastModifiedBy>Nur Hafizah M.Razali</cp:lastModifiedBy>
  <cp:revision>6</cp:revision>
  <dcterms:created xsi:type="dcterms:W3CDTF">2024-09-22T04:48:24Z</dcterms:created>
  <dcterms:modified xsi:type="dcterms:W3CDTF">2024-10-02T10:44:04Z</dcterms:modified>
</cp:coreProperties>
</file>